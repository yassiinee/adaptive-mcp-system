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D6AA-3A9F-742F-775E-807783823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E6EA1-90FE-D674-97F6-B7323317C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418C0-395B-BA2D-8197-F60CF852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3F3BB-2CD4-71E4-50C1-35821E4A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8846F-F9EA-E40E-4E87-71A4A9CE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5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16D1-B40A-D655-D61D-F0464464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1497-718C-E857-547F-0372BBA05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1C92E-A863-6AC8-0537-D57D9E15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E099D-5BF1-7EF3-561C-085F18FF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0F7B9-F870-CB44-89DA-044CFEE2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7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B1C0-06C0-B9F2-2E4E-80927452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3A628-2B04-0B34-0F63-CE28DC3E1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32EF9-2954-9377-B7AD-6F8C4E55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17C2C-F11E-AF21-FE72-AC18600E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2F67-48B3-7AD8-5C07-61D2B4DA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1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C33EC-251D-99D0-12F9-2AAA43E1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D6B93-C655-C04C-FB2E-D0F1E1141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71277-69C0-D3A4-D0EC-1B40EDB8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B54F2-217C-A6D0-DBE6-D0E5972A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4EE07-A1DE-809C-630C-BF9DF52D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2D0C-8215-F3ED-28A8-0F8A65EC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6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163C-6E14-D420-D44B-9C66BE69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DDED-FA8F-3B1D-AB84-26339A7CA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F23B5-B571-7915-40C1-FDA57ABA8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46183-D3E7-2412-1921-FE4968A68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F497F-ACAD-C776-F43C-ACD508C10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9A0A5-0EB9-44AE-8B0B-DB66CBDE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3A711-07C2-13F1-F6B5-3E7DD039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B4C7E-7F69-2A00-C6D6-B57A19A3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3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0ADB-9FF7-BBBB-01D1-BCDD6135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C76D8-D1E5-5626-91C0-1957382C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10DF8-FF4A-D32B-A35D-CA68510E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B1F15-ABCC-D1A4-AAE3-813F87F8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1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8496B-18B6-A155-AEAE-A1F98133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E3674-7142-E0AC-C553-66FA7B07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E701B-B332-2D2B-0948-A98AB932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4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5C17-DEED-BCF7-DFAE-FDB0B182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91334-962B-E39A-BF84-86B1B1DDD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91126-EC68-AA9F-8C0A-702BCBF15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0B04D-1565-8ADE-AA98-5E302F07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6EE42-C3CB-DBC5-C645-70985E0C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EC785-5AF7-06AC-5DE1-374B9091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6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888E-535F-0990-6B8D-BE6AA94D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CBF58-0568-8DD5-D97E-A57AEF2AA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97411-9E6B-9FB0-982F-D00336D5B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86125-8F42-7E67-9A86-5B2C2C60B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01814-8727-9F96-DEE7-A78F9878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D7788-D1BD-8C2F-F05D-9A050C2B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1AEB-3D02-EAFD-058D-DB209C83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B8D57-4577-25EB-B331-CA659F0C7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CE8C4-B379-2244-4DA7-497993FB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E749F-74FD-4EE1-3D94-94C658CB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BF8A0-2976-0E9A-C024-62383FD1F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CBE6B-589B-C926-6FB1-DB7705E21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21651-B533-BECE-6EF3-7179F8956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5114-AF96-ABDD-8B3A-B5D6A8154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D5B71-2D4B-B625-D489-EE91A2F7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D6639-38D7-9CE5-C2C6-DF64CF25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2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142D51-BB6D-E632-DB83-6593D100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A7BE3-FB94-9B9E-925F-FB3CB5E69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B4C30-2CC8-4205-DF37-90499658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09042-3425-4041-B7EA-BC547D3AC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D38B8-8144-DA31-21DC-4A813F1E7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F62DE-A352-C0E2-7497-99D00FA70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AD854-B7E5-4206-94C9-F5151F1F8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8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11C26-A814-FB87-8D7B-76DD8E702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YASSI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01B0D-C2E9-5472-B834-DE0C9AD42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9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2316EA-F9AA-DBF0-9B80-756D79503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0899" y="643466"/>
            <a:ext cx="611020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3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C52674-FF16-0E0B-C2F6-1421DD16D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8291" y="643466"/>
            <a:ext cx="701541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6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YASSI Design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Yassine Zakhama</dc:creator>
  <cp:lastModifiedBy>Yassine Zakhama</cp:lastModifiedBy>
  <cp:revision>2</cp:revision>
  <dcterms:created xsi:type="dcterms:W3CDTF">2026-03-16T13:17:19Z</dcterms:created>
  <dcterms:modified xsi:type="dcterms:W3CDTF">2026-03-16T13:18:38Z</dcterms:modified>
</cp:coreProperties>
</file>